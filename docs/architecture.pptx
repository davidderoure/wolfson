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Wolfson — Input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48640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(pitch-to-MIDI)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65960" y="5486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548640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MidiListener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5486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548640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PhraseDetector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475488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5388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475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PhraseAnalyzer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8232" y="749808"/>
            <a:ext cx="2414016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contour, density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type, swing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dynamics, energy profile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classes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motifs, lyrical motifs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19656" y="768096"/>
            <a:ext cx="1828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511296" y="768096"/>
            <a:ext cx="1828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202936" y="768096"/>
            <a:ext cx="102412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965960" y="150876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5087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BeatEstimator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39112" y="1783080"/>
            <a:ext cx="127101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74620" y="1115568"/>
            <a:ext cx="0" cy="26517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337560" y="25146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6205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514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PhraseMemory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10712" y="2788920"/>
            <a:ext cx="2322576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phrases + motifs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lyrical motifs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voices (bass + sax)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29400" y="1975104"/>
            <a:ext cx="0" cy="97383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34456" y="2948940"/>
            <a:ext cx="694944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headEnd type="arrow"/>
          </a:ln>
        </p:spPr>
      </p:sp>
      <p:sp>
        <p:nvSpPr>
          <p:cNvPr id="25" name="Shape 23"/>
          <p:cNvSpPr/>
          <p:nvPr/>
        </p:nvSpPr>
        <p:spPr>
          <a:xfrm>
            <a:off x="2674620" y="2075688"/>
            <a:ext cx="0" cy="87325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4620" y="2948940"/>
            <a:ext cx="6629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514600" y="37490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25388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7490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ArcController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87752" y="4023360"/>
            <a:ext cx="396849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performance arc  ·  leadership &amp; proactive mode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pitch-class tracking  ·  energy arc selection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+ lyrical motif selection  ·  register contrast scheduling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density + complementarity  ·  stage swing baseline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3511296"/>
            <a:ext cx="0" cy="10972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6766560" y="4087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on Slide 2 →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Wolfson — Generation &amp;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475488"/>
            <a:ext cx="3291840" cy="402336"/>
          </a:xfrm>
          <a:prstGeom prst="roundRect">
            <a:avLst>
              <a:gd name="adj" fmla="val 18182"/>
            </a:avLst>
          </a:prstGeom>
          <a:solidFill>
            <a:srgbClr val="25388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475488"/>
            <a:ext cx="32918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ArcController (carried over)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78992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789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HarmonyController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3552" y="1353312"/>
            <a:ext cx="259689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progression, pedal  ·  tritone substitution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950976"/>
            <a:ext cx="0" cy="5486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737360" y="1755648"/>
            <a:ext cx="5669280" cy="1078992"/>
          </a:xfrm>
          <a:prstGeom prst="roundRect">
            <a:avLst>
              <a:gd name="adj" fmla="val 6780"/>
            </a:avLst>
          </a:prstGeom>
          <a:solidFill>
            <a:srgbClr val="253880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75564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PhraseGenerator (LSTM)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0512" y="2029968"/>
            <a:ext cx="5522976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chord conditioning  ·  pitch range limits + register gravity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contrast  ·  scale pitch bias  ·  contour steering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swing/triplet bias  ·  energy arc shaping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long-note penalty + singable duration bias  ·  motivic development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leading  ·  modal leap bonus (P4/P5)  ·  repetition penalty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injection  ·  beat accumulator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627632"/>
            <a:ext cx="0" cy="5486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74320" y="318211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PhraseMemory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3456432"/>
            <a:ext cx="18653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motifs, recall,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seed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3182112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1821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WebAudienceDisplay / OscOutput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0712" y="3456432"/>
            <a:ext cx="232257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sees full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phrase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63640" y="3182112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1821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thinning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3456432"/>
            <a:ext cx="159105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notes dropped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stochastically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3886200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886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36792" y="4160520"/>
            <a:ext cx="1591056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arc × peak × end taper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32320" y="3849624"/>
            <a:ext cx="0" cy="-36576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423660" y="440740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A357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3660" y="4407408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 (sax voice)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4379976"/>
            <a:ext cx="0" cy="-457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572000" y="2907792"/>
            <a:ext cx="0" cy="457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2953512"/>
            <a:ext cx="5852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80160" y="2953512"/>
            <a:ext cx="0" cy="15544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572000" y="2953512"/>
            <a:ext cx="0" cy="15544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132320" y="2953512"/>
            <a:ext cx="0" cy="15544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6355080" y="566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carried over from Slide 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Wolfson Architecture</dc:title>
  <dc:subject>PptxGenJS Presentation</dc:subject>
  <dc:creator>PptxGenJS</dc:creator>
  <cp:lastModifiedBy>PptxGenJS</cp:lastModifiedBy>
  <cp:revision>1</cp:revision>
  <dcterms:created xsi:type="dcterms:W3CDTF">2026-04-01T12:43:19Z</dcterms:created>
  <dcterms:modified xsi:type="dcterms:W3CDTF">2026-04-01T12:43:19Z</dcterms:modified>
</cp:coreProperties>
</file>