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4541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Contour steering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330267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Dynamics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Generation temperature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Proactive mode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Loop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  <a:endParaRPr lang="en-US" sz="2800" dirty="0">
              <a:latin typeface="Palatino Linotype" panose="020405020505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92243" y="6176963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3902"/>
            <a:ext cx="5938520" cy="482847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Five giant steps in the arc: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Sparse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Open, sustained, establish motifs slowly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Building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Mixed, lines begin to flow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Peak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Fast, active, max rhythmic intensity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Recapitulation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Lyrical return, recall themes with space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Resolution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Slowest, long tones, fading out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07884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7978" y="3159474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9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0379" y="761879"/>
            <a:ext cx="3413760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471339" y="761878"/>
            <a:ext cx="3291840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776139" y="1328482"/>
            <a:ext cx="2950464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803148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884683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199643"/>
            <a:ext cx="169468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39166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55181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16141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17309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66160" y="3432201"/>
            <a:ext cx="88392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92404" y="1278995"/>
            <a:ext cx="146345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min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873673" y="376475"/>
            <a:ext cx="2888140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58571" y="681983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47537" y="681983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31901" y="16636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74257" y="17468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48256" y="206332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pedal,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808" y="2808994"/>
            <a:ext cx="6928578" cy="1873544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3684" y="2877369"/>
            <a:ext cx="681682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42987" y="3243128"/>
            <a:ext cx="6398220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·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shaping swing/triplet bias · long-note penalty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singable duration bias  ·  motivic development · voice leading  ·  modal leap bonus (P4/P5)  ·  repetition penalty · 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20873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30331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669070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motifs, recall,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19813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45756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98478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704213" y="2808994"/>
            <a:ext cx="2316480" cy="1288382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61197" y="2999161"/>
            <a:ext cx="2194560" cy="46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801749" y="3545031"/>
            <a:ext cx="2121408" cy="627889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4213" y="4587966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5173" y="4682538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5006733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80858" y="6042613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42520" y="6042613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494899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80587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4805871"/>
            <a:ext cx="0" cy="305332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757849" y="4199409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724802" y="5643947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642097" y="130251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42097" y="24683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241261" y="3468554"/>
            <a:ext cx="346428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6042613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0281" y="6042613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36339" y="5643947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42097" y="9250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1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2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640644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934818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64" y="609600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1902"/>
            <a:ext cx="9667240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might be too polite, with its strict turn-taking.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‘more musical’ if it used </a:t>
            </a:r>
            <a:r>
              <a:rPr lang="en-GB" sz="2400">
                <a:latin typeface="Palatino Linotype" panose="02040502050505030304" pitchFamily="18" charset="0"/>
              </a:rPr>
              <a:t>an underlying </a:t>
            </a:r>
            <a:r>
              <a:rPr lang="en-GB" sz="2400" dirty="0">
                <a:latin typeface="Palatino Linotype" panose="02040502050505030304" pitchFamily="18" charset="0"/>
              </a:rPr>
              <a:t>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6118</TotalTime>
  <Words>914</Words>
  <Application>Microsoft Macintosh PowerPoint</Application>
  <PresentationFormat>Widescreen</PresentationFormat>
  <Paragraphs>146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37</cp:revision>
  <dcterms:created xsi:type="dcterms:W3CDTF">2026-03-31T17:42:52Z</dcterms:created>
  <dcterms:modified xsi:type="dcterms:W3CDTF">2026-04-04T23:50:17Z</dcterms:modified>
</cp:coreProperties>
</file>