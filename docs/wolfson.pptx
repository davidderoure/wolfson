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638"/>
  </p:normalViewPr>
  <p:slideViewPr>
    <p:cSldViewPr snapToGrid="0">
      <p:cViewPr>
        <p:scale>
          <a:sx n="88" d="100"/>
          <a:sy n="88" d="100"/>
        </p:scale>
        <p:origin x="1512" y="7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454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Contour steering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330267" y="1393902"/>
            <a:ext cx="3954966" cy="4135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Dynamics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54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Ostinato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Proactive mode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  <a:endParaRPr lang="en-US" sz="2800" dirty="0">
              <a:latin typeface="Palatino Linotype" panose="020405020505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92243" y="6176963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3902"/>
            <a:ext cx="5938520" cy="482847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Five giant steps in the arc: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Sparse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Open, sustained, establish motifs slowly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Building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Mixed, lines begin to flow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Peak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Fast, active, max rhythmic intensity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Recapitulation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Lyrical return, recall themes with space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Resolution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Slowest, long tones, fading out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07884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0862" y="3743623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846690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846690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846690"/>
            <a:ext cx="2291561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846690"/>
            <a:ext cx="2197479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73440" y="664343"/>
            <a:ext cx="3413760" cy="1828800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34400" y="706749"/>
            <a:ext cx="329184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39200" y="1030103"/>
            <a:ext cx="2950464" cy="14630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contour, density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type, swing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dynamics,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motifs,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999634"/>
            <a:ext cx="2292087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999633"/>
            <a:ext cx="2292087" cy="342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273325"/>
            <a:ext cx="1694688" cy="21945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560191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13688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4648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0408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66160" y="3432201"/>
            <a:ext cx="88392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352800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13760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50336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096000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5991749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847152" y="509213"/>
            <a:ext cx="2628677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73266" y="766065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62232" y="766065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30957" y="16636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88952" y="17468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62951" y="206332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  · 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272" y="2808994"/>
            <a:ext cx="7559040" cy="2022280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8232" y="2877369"/>
            <a:ext cx="74371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73118" y="3243129"/>
            <a:ext cx="6565657" cy="107289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+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swing/triplet bias  ·  energy arc shaping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long-note penalty + singable duration bias  ·  motivic development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leading  ·  modal leap bonus (P4/P5)  ·  repetition penalty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334860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429433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795193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motifs, recall,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324259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583689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OscOutput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6110908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4831" y="2808994"/>
            <a:ext cx="2316480" cy="1288382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391815" y="2999161"/>
            <a:ext cx="2194560" cy="46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432367" y="3545031"/>
            <a:ext cx="2121408" cy="627889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34831" y="4587966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395791" y="4682538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432367" y="5006733"/>
            <a:ext cx="2121408" cy="19507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× peak ×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330061" y="6010182"/>
            <a:ext cx="2316479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330061" y="6010182"/>
            <a:ext cx="2435219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 (sax voice)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5075114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931993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4931994"/>
            <a:ext cx="0" cy="305332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10388467" y="4199409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388468" y="5660328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956792" y="130251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956792" y="2450126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4AF251FC-3F52-BB0D-6527-22ED0889C44F}"/>
              </a:ext>
            </a:extLst>
          </p:cNvPr>
          <p:cNvSpPr/>
          <p:nvPr/>
        </p:nvSpPr>
        <p:spPr>
          <a:xfrm>
            <a:off x="4956792" y="201354"/>
            <a:ext cx="0" cy="504184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847152" y="3468554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1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2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640644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934818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64" y="609600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1902"/>
            <a:ext cx="9667240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might be too polite, with its strict turn-taking.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better musically if it used a 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2986</TotalTime>
  <Words>884</Words>
  <Application>Microsoft Macintosh PowerPoint</Application>
  <PresentationFormat>Widescreen</PresentationFormat>
  <Paragraphs>148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30</cp:revision>
  <dcterms:created xsi:type="dcterms:W3CDTF">2026-03-31T17:42:52Z</dcterms:created>
  <dcterms:modified xsi:type="dcterms:W3CDTF">2026-04-02T19:38:56Z</dcterms:modified>
</cp:coreProperties>
</file>