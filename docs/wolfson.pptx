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60"/>
  </p:normalViewPr>
  <p:slideViewPr>
    <p:cSldViewPr snapToGrid="0">
      <p:cViewPr varScale="1">
        <p:scale>
          <a:sx n="114" d="100"/>
          <a:sy n="114" d="100"/>
        </p:scale>
        <p:origin x="56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286300"/>
          </a:xfrm>
        </p:spPr>
        <p:txBody>
          <a:bodyPr/>
          <a:lstStyle/>
          <a:p>
            <a:r>
              <a:rPr lang="en-US" dirty="0"/>
              <a:t>Slick Licks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01975"/>
            <a:ext cx="9144000" cy="1000125"/>
          </a:xfrm>
        </p:spPr>
        <p:txBody>
          <a:bodyPr/>
          <a:lstStyle/>
          <a:p>
            <a:r>
              <a:rPr lang="en-US" dirty="0"/>
              <a:t>David De Roure</a:t>
            </a:r>
          </a:p>
          <a:p>
            <a:r>
              <a:rPr lang="en-US" dirty="0"/>
              <a:t>Wolfson College, Oxford</a:t>
            </a: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54562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The Ambition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Back in the late 1900s I was part of a jazz workshop helping people learn to play jazz.</a:t>
            </a:r>
          </a:p>
          <a:p>
            <a:r>
              <a:rPr lang="en-GB" dirty="0"/>
              <a:t>﻿﻿One of the exercises was called "slick licks" - we would sit in a circle and “trade licks” on our instruments.</a:t>
            </a:r>
          </a:p>
          <a:p>
            <a:r>
              <a:rPr lang="en-GB" dirty="0"/>
              <a:t>A big barrier for jazz learners can be finding people to play with.</a:t>
            </a:r>
          </a:p>
          <a:p>
            <a:r>
              <a:rPr lang="en-GB" dirty="0"/>
              <a:t>﻿﻿Q. Can I build a software system to enable people to practice their slick licks? And specifically… can a bass player use this?!</a:t>
            </a:r>
          </a:p>
          <a:p>
            <a:r>
              <a:rPr lang="en-GB" dirty="0"/>
              <a:t>It should listen and respond, sometimes lead, be realistic enough to be useful. </a:t>
            </a:r>
          </a:p>
          <a:p>
            <a:r>
              <a:rPr lang="en-GB" dirty="0"/>
              <a:t>NB This is like a highly interactive play-along for practice purposes, but it's not intended to replace a human player: human interaction was key to slick licks!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All the things I have been</a:t>
            </a:r>
            <a:r>
              <a:rPr lang="en-US" baseline="30000" dirty="0"/>
              <a:t>*</a:t>
            </a:r>
            <a:r>
              <a:rPr lang="en-US" dirty="0"/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5126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Phrase analysis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Question and answer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Leadership &amp; role swapping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Contour steering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Chord conditioning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Harmonic modes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Scale pitch bias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Pitch range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Swing / triplet feel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Live tempo tracking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614747" y="1411068"/>
            <a:ext cx="3954966" cy="4664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Dynamics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Articulation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Bass pitch-class tracking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Energy arc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Motivic development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Lyrical motif re-use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Voice leading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Modal leap bonus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Stochastic thinning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622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Singable duration bias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Rhythmic density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Rhythmic complementarity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Register contrast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Phrase length control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Beat-matching / trading bars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Ostinato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Proactive mode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Arc timing</a:t>
            </a:r>
          </a:p>
          <a:p>
            <a:pPr>
              <a:lnSpc>
                <a:spcPct val="150000"/>
              </a:lnSpc>
            </a:pPr>
            <a:r>
              <a:rPr lang="en-GB" b="1" dirty="0"/>
              <a:t>Phrase-shape dynamics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82083" y="6292820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/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5 minute arc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Sparse</a:t>
            </a:r>
          </a:p>
          <a:p>
            <a:pPr lvl="1"/>
            <a:r>
              <a:rPr lang="en-GB" dirty="0"/>
              <a:t>Open, sustained, establish motifs slowly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Building</a:t>
            </a:r>
          </a:p>
          <a:p>
            <a:pPr lvl="1"/>
            <a:r>
              <a:rPr lang="en-GB" dirty="0"/>
              <a:t>Mixed, lines begin to flow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Peak</a:t>
            </a:r>
          </a:p>
          <a:p>
            <a:pPr lvl="1"/>
            <a:r>
              <a:rPr lang="en-GB" dirty="0"/>
              <a:t>Fast, active, max rhythmic intensity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Recapitulation</a:t>
            </a:r>
          </a:p>
          <a:p>
            <a:pPr lvl="1"/>
            <a:r>
              <a:rPr lang="en-GB" dirty="0"/>
              <a:t>Lyrical return, recall themes with space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Resolution</a:t>
            </a:r>
          </a:p>
          <a:p>
            <a:pPr lvl="1"/>
            <a:r>
              <a:rPr lang="en-GB" dirty="0"/>
              <a:t>Slowest, long tones, fading out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/>
              <a:t>Repo is on </a:t>
            </a:r>
            <a:r>
              <a:rPr lang="en-US" dirty="0">
                <a:hlinkClick r:id="rId3"/>
              </a:rPr>
              <a:t>github.com/davidderoure/wolfson</a:t>
            </a:r>
            <a:r>
              <a:rPr lang="en-US" dirty="0"/>
              <a:t>  </a:t>
            </a:r>
          </a:p>
          <a:p>
            <a:endParaRPr lang="en-US" dirty="0"/>
          </a:p>
          <a:p>
            <a:r>
              <a:rPr lang="en-US" dirty="0"/>
              <a:t>Acknowledgements:</a:t>
            </a:r>
          </a:p>
          <a:p>
            <a:pPr lvl="1"/>
            <a:r>
              <a:rPr lang="en-US" dirty="0"/>
              <a:t>Ray </a:t>
            </a:r>
            <a:r>
              <a:rPr lang="en-US" dirty="0" err="1"/>
              <a:t>d’Inverno</a:t>
            </a:r>
            <a:r>
              <a:rPr lang="en-US" dirty="0"/>
              <a:t> (for jazz, Lisp, AI, slick licks)</a:t>
            </a:r>
          </a:p>
          <a:p>
            <a:pPr lvl="1"/>
            <a:r>
              <a:rPr lang="en-US" dirty="0"/>
              <a:t>Mark </a:t>
            </a:r>
            <a:r>
              <a:rPr lang="en-US" dirty="0" err="1"/>
              <a:t>d’Inverno</a:t>
            </a:r>
            <a:r>
              <a:rPr lang="en-US" dirty="0"/>
              <a:t> (for jazz, AI, creativity, slick licks)</a:t>
            </a:r>
          </a:p>
          <a:p>
            <a:pPr lvl="1"/>
            <a:r>
              <a:rPr lang="en-US" dirty="0"/>
              <a:t>George E Lewis (for Voyager and Forager)</a:t>
            </a:r>
          </a:p>
          <a:p>
            <a:pPr lvl="1"/>
            <a:r>
              <a:rPr lang="en-US" dirty="0"/>
              <a:t>Robert Laidlow (for Alter-</a:t>
            </a:r>
            <a:r>
              <a:rPr lang="en-US" dirty="0" err="1"/>
              <a:t>ing</a:t>
            </a:r>
            <a:r>
              <a:rPr lang="en-US" dirty="0"/>
              <a:t> Ada Lovelace, and sax)</a:t>
            </a:r>
          </a:p>
          <a:p>
            <a:pPr lvl="1"/>
            <a:r>
              <a:rPr lang="en-US" dirty="0" err="1"/>
              <a:t>Hongshuo</a:t>
            </a:r>
            <a:r>
              <a:rPr lang="en-US" dirty="0"/>
              <a:t> Fan (for Music Gesture Recognition)</a:t>
            </a:r>
          </a:p>
          <a:p>
            <a:pPr lvl="1"/>
            <a:r>
              <a:rPr lang="en-US" dirty="0" err="1"/>
              <a:t>Bofan</a:t>
            </a:r>
            <a:r>
              <a:rPr lang="en-US" dirty="0"/>
              <a:t> Ma (for always enabling musicality)</a:t>
            </a:r>
          </a:p>
          <a:p>
            <a:pPr lvl="1"/>
            <a:r>
              <a:rPr lang="en-US" dirty="0"/>
              <a:t>Wolfson Digital Research Cluster (for AIMC 2024)</a:t>
            </a:r>
          </a:p>
          <a:p>
            <a:pPr lvl="1"/>
            <a:endParaRPr lang="en-US" dirty="0"/>
          </a:p>
          <a:p>
            <a:pPr lvl="0"/>
            <a:r>
              <a:rPr lang="en-US" sz="2400" i="1" dirty="0"/>
              <a:t>Grand Challenges for Computing Research</a:t>
            </a:r>
            <a:r>
              <a:rPr lang="en-US" sz="2400" dirty="0"/>
              <a:t> – Tony Hoare</a:t>
            </a:r>
          </a:p>
          <a:p>
            <a:endParaRPr lang="en-US" sz="2400" dirty="0"/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357036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360353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4199186"/>
            <a:ext cx="1535643" cy="867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3277793"/>
            <a:ext cx="1571393" cy="797978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8258" y="746853"/>
            <a:ext cx="233172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Potential limitations of the chosen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r>
              <a:rPr lang="en-GB" dirty="0"/>
              <a:t>Time feel might be mechanical – lack of </a:t>
            </a:r>
            <a:r>
              <a:rPr lang="en-GB" dirty="0" err="1"/>
              <a:t>microtiming</a:t>
            </a:r>
            <a:endParaRPr lang="en-GB" dirty="0"/>
          </a:p>
          <a:p>
            <a:r>
              <a:rPr lang="en-GB" dirty="0"/>
              <a:t>Conversation might be too polite</a:t>
            </a:r>
          </a:p>
          <a:p>
            <a:r>
              <a:rPr lang="en-GB" dirty="0"/>
              <a:t>No personal voice</a:t>
            </a:r>
          </a:p>
          <a:p>
            <a:r>
              <a:rPr lang="en-GB" dirty="0"/>
              <a:t>Arc is clock-driven, not music-driven</a:t>
            </a:r>
          </a:p>
          <a:p>
            <a:r>
              <a:rPr lang="en-GB" dirty="0"/>
              <a:t>Motivic development might feel like repetition</a:t>
            </a:r>
          </a:p>
          <a:p>
            <a:r>
              <a:rPr lang="en-GB" dirty="0"/>
              <a:t>It uses MIDI, so perhaps it inevitably sounds like a very good MIDI file but there’ll be a lack of expression/articulation</a:t>
            </a:r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1039</TotalTime>
  <Words>435</Words>
  <Application>Microsoft Macintosh PowerPoint</Application>
  <PresentationFormat>Widescreen</PresentationFormat>
  <Paragraphs>79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Slick Licks</vt:lpstr>
      <vt:lpstr>The Ambition</vt:lpstr>
      <vt:lpstr>All the things I have been* thinking about </vt:lpstr>
      <vt:lpstr>5 minute arc</vt:lpstr>
      <vt:lpstr>PowerPoint Presentation</vt:lpstr>
      <vt:lpstr>Potential limitations of the chosen approach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13</cp:revision>
  <dcterms:created xsi:type="dcterms:W3CDTF">2026-03-31T17:42:52Z</dcterms:created>
  <dcterms:modified xsi:type="dcterms:W3CDTF">2026-04-01T11:02:02Z</dcterms:modified>
</cp:coreProperties>
</file>